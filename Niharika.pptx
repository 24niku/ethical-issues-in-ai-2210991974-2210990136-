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80" r:id="rId7"/>
    <p:sldId id="270" r:id="rId8"/>
    <p:sldId id="273" r:id="rId9"/>
    <p:sldId id="275" r:id="rId10"/>
    <p:sldId id="276" r:id="rId11"/>
    <p:sldId id="279" r:id="rId12"/>
    <p:sldId id="281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2B97A4-D2F2-404D-B775-40869580E08D}" v="20" dt="2026-03-24T21:31:41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HARIKA PATHANIA" userId="0d53e5b4d91b6adf" providerId="LiveId" clId="{64B91C8D-7227-459C-8BDF-74B19E7B6F36}"/>
    <pc:docChg chg="undo custSel addSld delSld modSld">
      <pc:chgData name="NIHARIKA PATHANIA" userId="0d53e5b4d91b6adf" providerId="LiveId" clId="{64B91C8D-7227-459C-8BDF-74B19E7B6F36}" dt="2026-04-28T19:08:39.049" v="562" actId="20577"/>
      <pc:docMkLst>
        <pc:docMk/>
      </pc:docMkLst>
      <pc:sldChg chg="modSp mod">
        <pc:chgData name="NIHARIKA PATHANIA" userId="0d53e5b4d91b6adf" providerId="LiveId" clId="{64B91C8D-7227-459C-8BDF-74B19E7B6F36}" dt="2026-04-28T19:08:39.049" v="562" actId="20577"/>
        <pc:sldMkLst>
          <pc:docMk/>
          <pc:sldMk cId="0" sldId="256"/>
        </pc:sldMkLst>
        <pc:spChg chg="mod">
          <ac:chgData name="NIHARIKA PATHANIA" userId="0d53e5b4d91b6adf" providerId="LiveId" clId="{64B91C8D-7227-459C-8BDF-74B19E7B6F36}" dt="2026-04-28T19:08:39.049" v="562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F8DB620-2583-475D-9F87-055691DC1B89}" type="datetime1">
              <a:rPr lang="en-US" sz="1200" b="0" strike="noStrike" spc="-1" smtClean="0">
                <a:latin typeface="Times New Roman"/>
              </a:rPr>
              <a:t>4/29/2026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Co-Op2 Project at Industry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Ethical </a:t>
            </a:r>
            <a:r>
              <a:rPr lang="en-US" sz="4800" spc="-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Isuues</a:t>
            </a:r>
            <a:r>
              <a:rPr lang="en-US" sz="48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AI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Niharika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Pathania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2210991974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Ansh Khurana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2210990136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Rajat </a:t>
            </a:r>
            <a:r>
              <a:rPr lang="en-US" sz="2000" spc="-1" dirty="0" err="1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Takkar,Chitkara</a:t>
            </a: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University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73840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abstract gives a brief overview of the research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paper.This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study focuses on the ethical issues in Artificial Intelligence, such as bias, privacy risks, lack of transparency, and accountability.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explains how the increasing use of AI in sectors like healthcare, finance, and governance can create ethical challenges.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25450" lvl="0" indent="-285750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goal of this research is to analyze these issues and suggest ways to develop responsible and trustworthy AI systems.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EBE49-1F3D-A801-FA2B-755ACE9D8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9956774-18FD-F48E-C4B6-ED45EA1B9C5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1E66651A-EF79-25F8-9080-CB7D5940034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5575D791-6635-9D57-3D95-66AE49EFDCBA}"/>
              </a:ext>
            </a:extLst>
          </p:cNvPr>
          <p:cNvSpPr txBox="1"/>
          <p:nvPr/>
        </p:nvSpPr>
        <p:spPr>
          <a:xfrm>
            <a:off x="173840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spc="-1" dirty="0">
                <a:solidFill>
                  <a:srgbClr val="000000"/>
                </a:solidFill>
                <a:latin typeface="Calibri"/>
              </a:rPr>
              <a:t>The introduction explains how Artificial Intelligence is rapidly transforming modern society.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spc="-1" dirty="0">
                <a:solidFill>
                  <a:srgbClr val="000000"/>
                </a:solidFill>
                <a:latin typeface="Calibri"/>
              </a:rPr>
              <a:t>AI systems are now used in areas like recommendation systems, healthcare, financial services, and autonomous vehicles.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spc="-1" dirty="0">
                <a:solidFill>
                  <a:srgbClr val="000000"/>
                </a:solidFill>
                <a:latin typeface="Calibri"/>
              </a:rPr>
              <a:t>However, many AI systems work as black boxes, meaning their decision-making process is not always </a:t>
            </a:r>
            <a:r>
              <a:rPr lang="en-US" sz="1900" spc="-1" dirty="0" err="1">
                <a:solidFill>
                  <a:srgbClr val="000000"/>
                </a:solidFill>
                <a:latin typeface="Calibri"/>
              </a:rPr>
              <a:t>understandable.This</a:t>
            </a:r>
            <a:r>
              <a:rPr lang="en-US" sz="1900" spc="-1" dirty="0">
                <a:solidFill>
                  <a:srgbClr val="000000"/>
                </a:solidFill>
                <a:latin typeface="Calibri"/>
              </a:rPr>
              <a:t> creates ethical concerns, especially when AI is used in high-impact areas such as healthcare or law </a:t>
            </a:r>
            <a:r>
              <a:rPr lang="en-US" sz="1900" spc="-1" dirty="0" err="1">
                <a:solidFill>
                  <a:srgbClr val="000000"/>
                </a:solidFill>
                <a:latin typeface="Calibri"/>
              </a:rPr>
              <a:t>enforcement.Therefore</a:t>
            </a:r>
            <a:r>
              <a:rPr lang="en-US" sz="1900" spc="-1" dirty="0">
                <a:solidFill>
                  <a:srgbClr val="000000"/>
                </a:solidFill>
                <a:latin typeface="Calibri"/>
              </a:rPr>
              <a:t>, it becomes important to study ethical considerations in AI development and deployment.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8733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82C66-E110-AD4D-E3F4-38A538C9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0E5B5-9319-92B3-7411-2D69B61CABD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-1" y="0"/>
            <a:ext cx="6676103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12C113-2AA0-B75B-A1B7-3B849153433D}"/>
              </a:ext>
            </a:extLst>
          </p:cNvPr>
          <p:cNvSpPr txBox="1"/>
          <p:nvPr/>
        </p:nvSpPr>
        <p:spPr>
          <a:xfrm>
            <a:off x="147484" y="1111046"/>
            <a:ext cx="884903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Although AI provides many benefits, it also raises several ethical and societal concerns.</a:t>
            </a:r>
          </a:p>
          <a:p>
            <a:r>
              <a:rPr lang="en-US" dirty="0"/>
              <a:t>The main problems identified in this research include: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Algorithmic Bias – AI may produce unfair decisions due to biased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Privacy Issues – AI systems often rely on large amounts of personal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Lack of Transparency – Many AI models cannot clearly explain their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Accountability Gaps – It is often unclear who is responsible when AI makes an incorrect decision.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These challenges make it necessary to develop ethical frameworks and responsible AI practices.</a:t>
            </a:r>
          </a:p>
        </p:txBody>
      </p:sp>
    </p:spTree>
    <p:extLst>
      <p:ext uri="{BB962C8B-B14F-4D97-AF65-F5344CB8AC3E}">
        <p14:creationId xmlns:p14="http://schemas.microsoft.com/office/powerpoint/2010/main" val="3041078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35C0D-36EF-8C10-E1B1-3FECB7927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Methodlogy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70C766-7487-68F9-CE6E-74FD09094F12}"/>
              </a:ext>
            </a:extLst>
          </p:cNvPr>
          <p:cNvSpPr txBox="1"/>
          <p:nvPr/>
        </p:nvSpPr>
        <p:spPr>
          <a:xfrm>
            <a:off x="68826" y="914040"/>
            <a:ext cx="893752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research uses a qualitative research </a:t>
            </a:r>
            <a:r>
              <a:rPr lang="en-US" dirty="0" err="1"/>
              <a:t>approach.The</a:t>
            </a:r>
            <a:r>
              <a:rPr lang="en-US" dirty="0"/>
              <a:t> study was conducted through the following steps:</a:t>
            </a:r>
          </a:p>
          <a:p>
            <a:r>
              <a:rPr lang="en-US" dirty="0"/>
              <a:t>	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Literature Review – Studying research papers, books, and reports related to AI ethics.	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Framework Analysis – Examining existing ethical guidelines proposed by organizations and researchers.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Issue Identification – Identifying common ethical challenges such as bias, privacy risks, and transparency issues.	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Comparative Analysis – Comparing different ethical frameworks and analyzing their strengths and limitations.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This approach helped in understanding both the technical and societal aspects of AI ethics.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7020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E6EB-2AE1-289E-A517-5237DD1D0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faced during research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B47780-7A18-0A15-E70F-3AF0AEC16C7D}"/>
              </a:ext>
            </a:extLst>
          </p:cNvPr>
          <p:cNvSpPr txBox="1"/>
          <p:nvPr/>
        </p:nvSpPr>
        <p:spPr>
          <a:xfrm>
            <a:off x="157316" y="1081548"/>
            <a:ext cx="87507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During the research process, several challenges were encountered:	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Lack of standardized global regulations for AI ethics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Difficulty in defining concepts like fairness and transparency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real-world data showing the ethical impact of AI systems</a:t>
            </a:r>
          </a:p>
          <a:p>
            <a:r>
              <a:rPr lang="en-US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Rapid technological development, which makes ethical guidelines harder to implement consistently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974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E402C-C1AB-47C3-5CF3-56CBCA7E7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6EC3A-C15F-5B83-6A8B-4D71D037A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695768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used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4B771-B499-6EEB-F341-F3484CBDADB6}"/>
              </a:ext>
            </a:extLst>
          </p:cNvPr>
          <p:cNvSpPr txBox="1"/>
          <p:nvPr/>
        </p:nvSpPr>
        <p:spPr>
          <a:xfrm>
            <a:off x="157316" y="1081548"/>
            <a:ext cx="87507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research used multiple academic and institutional resources, including:</a:t>
            </a:r>
          </a:p>
          <a:p>
            <a:r>
              <a:rPr lang="en-US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Books on Artificial Intelligence and AI ethics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Research papers on algorithmic bias and explainable AI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Ethical guidelines from international organizations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Reports from technology research </a:t>
            </a:r>
            <a:r>
              <a:rPr lang="en-US" dirty="0" err="1"/>
              <a:t>institutesThese</a:t>
            </a:r>
            <a:r>
              <a:rPr lang="en-US" dirty="0"/>
              <a:t> resources helped provide both theoretical understanding and practical insights into AI ethics.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677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8F23C-B66B-7208-921F-60161022D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057F7-EC40-A6B9-4030-B66D382E9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8FF2D7-0DEB-BCA6-5900-3AEBFF55A856}"/>
              </a:ext>
            </a:extLst>
          </p:cNvPr>
          <p:cNvSpPr txBox="1"/>
          <p:nvPr/>
        </p:nvSpPr>
        <p:spPr>
          <a:xfrm>
            <a:off x="196645" y="1189703"/>
            <a:ext cx="87507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research identified several key insights:	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Ethical issues such as bias, privacy concerns, and lack of transparency significantly affect trust in AI systems.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Responsible AI requires continuous monitoring, ethical guidelines, and regulatory frameworks.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Collaboration between researchers, policymakers, and technology companies is essential for building trustworthy AI systems.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4315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747DE-2132-8443-888E-37AA748F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15631-7885-E24B-FB64-D5F0C6C04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B3D2A-52F0-616F-2A16-FA826DBA21B8}"/>
              </a:ext>
            </a:extLst>
          </p:cNvPr>
          <p:cNvSpPr txBox="1"/>
          <p:nvPr/>
        </p:nvSpPr>
        <p:spPr>
          <a:xfrm>
            <a:off x="196645" y="1189703"/>
            <a:ext cx="87507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conclusion, while AI offers many benefits, it also introduces important ethical </a:t>
            </a:r>
            <a:r>
              <a:rPr lang="en-US" dirty="0" err="1"/>
              <a:t>challenges.Issues</a:t>
            </a:r>
            <a:r>
              <a:rPr lang="en-US" dirty="0"/>
              <a:t> like bias, privacy risks, and lack of accountability must be addressed to ensure responsible AI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achieve this, ethical principles must be integrated into every stage of the AI lifecycle, including data collection, model development, deployment, and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focusing on fairness, transparency, and accountability, AI can be developed in a way that benefits society while minimizing harm.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7586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34760</TotalTime>
  <Words>680</Words>
  <Application>Microsoft Office PowerPoint</Application>
  <PresentationFormat>On-screen Show (4:3)</PresentationFormat>
  <Paragraphs>108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Methodlogy </vt:lpstr>
      <vt:lpstr>Problems faced during research </vt:lpstr>
      <vt:lpstr>Resources used</vt:lpstr>
      <vt:lpstr>Outcomes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NIHARIKA PATHANIA</cp:lastModifiedBy>
  <cp:revision>2297</cp:revision>
  <dcterms:created xsi:type="dcterms:W3CDTF">2010-04-09T07:36:15Z</dcterms:created>
  <dcterms:modified xsi:type="dcterms:W3CDTF">2026-04-28T19:08:40Z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